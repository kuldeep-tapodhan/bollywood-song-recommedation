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webextensions/taskpanes.xml" ContentType="application/vnd.ms-office.webextensiontaskpanes+xml"/>
  <Override PartName="/ppt/webextensions/webextension1.xml" ContentType="application/vnd.ms-office.webextens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officeDocument/2006/relationships/officeDocument" Target="ppt/presentation.xml"/><Relationship Id="rId1" Type="http://schemas.microsoft.com/office/2011/relationships/webextensiontaskpanes" Target="ppt/webextensions/taskpanes.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8"/>
  </p:notesMasterIdLst>
  <p:sldIdLst>
    <p:sldId id="257" r:id="rId2"/>
    <p:sldId id="277" r:id="rId3"/>
    <p:sldId id="278" r:id="rId4"/>
    <p:sldId id="279" r:id="rId5"/>
    <p:sldId id="280" r:id="rId6"/>
    <p:sldId id="281" r:id="rId7"/>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Default Section" id="{3C34B3E8-CA9A-455D-8F38-97414888A14B}">
          <p14:sldIdLst>
            <p14:sldId id="257"/>
            <p14:sldId id="277"/>
            <p14:sldId id="278"/>
            <p14:sldId id="279"/>
            <p14:sldId id="280"/>
            <p14:sldId id="281"/>
          </p14:sldIdLst>
        </p14:section>
      </p14:sectionLst>
    </p:ext>
    <p:ext uri="{EFAFB233-063F-42B5-8137-9DF3F51BA10A}">
      <p15:sldGuideLst xmlns:p15="http://schemas.microsoft.com/office/powerpoint/2012/main">
        <p15:guide id="1" orient="horz" pos="2160">
          <p15:clr>
            <a:srgbClr val="A4A3A4"/>
          </p15:clr>
        </p15:guide>
        <p15:guide id="2" pos="384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A2BE"/>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987" autoAdjust="0"/>
    <p:restoredTop sz="83662" autoAdjust="0"/>
  </p:normalViewPr>
  <p:slideViewPr>
    <p:cSldViewPr snapToGrid="0">
      <p:cViewPr varScale="1">
        <p:scale>
          <a:sx n="53" d="100"/>
          <a:sy n="53" d="100"/>
        </p:scale>
        <p:origin x="1140" y="36"/>
      </p:cViewPr>
      <p:guideLst>
        <p:guide orient="horz" pos="2160"/>
        <p:guide pos="384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notesMaster" Target="notesMasters/notesMaster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tableStyles" Target="tableStyle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theme" Target="theme/theme1.xml"/><Relationship Id="rId5" Type="http://schemas.openxmlformats.org/officeDocument/2006/relationships/slide" Target="slides/slide4.xml"/><Relationship Id="rId10"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048679"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1048680"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87424EA1-B61E-4106-BF4F-596E2C9C15B5}" type="datetimeFigureOut">
              <a:rPr lang="en-IN" smtClean="0"/>
              <a:t>12-03-2025</a:t>
            </a:fld>
            <a:endParaRPr lang="en-IN"/>
          </a:p>
        </p:txBody>
      </p:sp>
      <p:sp>
        <p:nvSpPr>
          <p:cNvPr id="1048681"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1048682"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1048683"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1048684"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7E7885DB-BC12-4B25-98EA-9FB6E240FD8B}" type="slidenum">
              <a:rPr lang="en-IN" smtClean="0"/>
              <a:t>‹#›</a:t>
            </a:fld>
            <a:endParaRPr lang="en-IN"/>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7E7885DB-BC12-4B25-98EA-9FB6E240FD8B}" type="slidenum">
              <a:rPr lang="en-IN" smtClean="0"/>
              <a:t>2</a:t>
            </a:fld>
            <a:endParaRPr lang="en-IN"/>
          </a:p>
        </p:txBody>
      </p:sp>
    </p:spTree>
    <p:extLst>
      <p:ext uri="{BB962C8B-B14F-4D97-AF65-F5344CB8AC3E}">
        <p14:creationId xmlns:p14="http://schemas.microsoft.com/office/powerpoint/2010/main" val="2577529527"/>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5306B22-6400-29D9-EAE5-2CA7C07D5F4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F73787D-92E4-C967-75D7-E666B631F69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2BD7C30-2E9C-4DD7-76F3-B653659902FE}"/>
              </a:ext>
            </a:extLst>
          </p:cNvPr>
          <p:cNvSpPr>
            <a:spLocks noGrp="1"/>
          </p:cNvSpPr>
          <p:nvPr>
            <p:ph type="body" idx="1"/>
          </p:nvPr>
        </p:nvSpPr>
        <p:spPr/>
        <p:txBody>
          <a:bodyPr/>
          <a:lstStyle/>
          <a:p>
            <a:endParaRPr lang="en-IN" dirty="0"/>
          </a:p>
        </p:txBody>
      </p:sp>
      <p:sp>
        <p:nvSpPr>
          <p:cNvPr id="4" name="Slide Number Placeholder 3">
            <a:extLst>
              <a:ext uri="{FF2B5EF4-FFF2-40B4-BE49-F238E27FC236}">
                <a16:creationId xmlns:a16="http://schemas.microsoft.com/office/drawing/2014/main" id="{38E3BC52-F0F4-65B1-47C9-3ED4987F4992}"/>
              </a:ext>
            </a:extLst>
          </p:cNvPr>
          <p:cNvSpPr>
            <a:spLocks noGrp="1"/>
          </p:cNvSpPr>
          <p:nvPr>
            <p:ph type="sldNum" sz="quarter" idx="5"/>
          </p:nvPr>
        </p:nvSpPr>
        <p:spPr/>
        <p:txBody>
          <a:bodyPr/>
          <a:lstStyle/>
          <a:p>
            <a:fld id="{7E7885DB-BC12-4B25-98EA-9FB6E240FD8B}" type="slidenum">
              <a:rPr lang="en-IN" smtClean="0"/>
              <a:t>3</a:t>
            </a:fld>
            <a:endParaRPr lang="en-IN"/>
          </a:p>
        </p:txBody>
      </p:sp>
    </p:spTree>
    <p:extLst>
      <p:ext uri="{BB962C8B-B14F-4D97-AF65-F5344CB8AC3E}">
        <p14:creationId xmlns:p14="http://schemas.microsoft.com/office/powerpoint/2010/main" val="2204516453"/>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F65DFFF-A807-7E3E-7DF5-29D6A3E0179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D63239B-6141-D30F-29F0-E22B7F8D179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E6EA552A-6072-3D1E-D887-6B1D94CD8CDC}"/>
              </a:ext>
            </a:extLst>
          </p:cNvPr>
          <p:cNvSpPr>
            <a:spLocks noGrp="1"/>
          </p:cNvSpPr>
          <p:nvPr>
            <p:ph type="body" idx="1"/>
          </p:nvPr>
        </p:nvSpPr>
        <p:spPr/>
        <p:txBody>
          <a:bodyPr/>
          <a:lstStyle/>
          <a:p>
            <a:endParaRPr lang="en-IN" dirty="0"/>
          </a:p>
        </p:txBody>
      </p:sp>
      <p:sp>
        <p:nvSpPr>
          <p:cNvPr id="4" name="Slide Number Placeholder 3">
            <a:extLst>
              <a:ext uri="{FF2B5EF4-FFF2-40B4-BE49-F238E27FC236}">
                <a16:creationId xmlns:a16="http://schemas.microsoft.com/office/drawing/2014/main" id="{7D70A62D-9272-B20E-9A3B-11BC7DA2B733}"/>
              </a:ext>
            </a:extLst>
          </p:cNvPr>
          <p:cNvSpPr>
            <a:spLocks noGrp="1"/>
          </p:cNvSpPr>
          <p:nvPr>
            <p:ph type="sldNum" sz="quarter" idx="5"/>
          </p:nvPr>
        </p:nvSpPr>
        <p:spPr/>
        <p:txBody>
          <a:bodyPr/>
          <a:lstStyle/>
          <a:p>
            <a:fld id="{7E7885DB-BC12-4B25-98EA-9FB6E240FD8B}" type="slidenum">
              <a:rPr lang="en-IN" smtClean="0"/>
              <a:t>4</a:t>
            </a:fld>
            <a:endParaRPr lang="en-IN"/>
          </a:p>
        </p:txBody>
      </p:sp>
    </p:spTree>
    <p:extLst>
      <p:ext uri="{BB962C8B-B14F-4D97-AF65-F5344CB8AC3E}">
        <p14:creationId xmlns:p14="http://schemas.microsoft.com/office/powerpoint/2010/main" val="227570620"/>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9DE49C1-E37D-5142-588F-EC280DD42D5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87491F6-2940-A7F3-1EEA-27F3E86FD59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EEBCBB09-71D9-9182-BCC2-377F111CD0DA}"/>
              </a:ext>
            </a:extLst>
          </p:cNvPr>
          <p:cNvSpPr>
            <a:spLocks noGrp="1"/>
          </p:cNvSpPr>
          <p:nvPr>
            <p:ph type="body" idx="1"/>
          </p:nvPr>
        </p:nvSpPr>
        <p:spPr/>
        <p:txBody>
          <a:bodyPr/>
          <a:lstStyle/>
          <a:p>
            <a:endParaRPr lang="en-IN" dirty="0"/>
          </a:p>
        </p:txBody>
      </p:sp>
      <p:sp>
        <p:nvSpPr>
          <p:cNvPr id="4" name="Slide Number Placeholder 3">
            <a:extLst>
              <a:ext uri="{FF2B5EF4-FFF2-40B4-BE49-F238E27FC236}">
                <a16:creationId xmlns:a16="http://schemas.microsoft.com/office/drawing/2014/main" id="{9EE7CA31-BC5F-8CBC-35D1-24AB40D51D07}"/>
              </a:ext>
            </a:extLst>
          </p:cNvPr>
          <p:cNvSpPr>
            <a:spLocks noGrp="1"/>
          </p:cNvSpPr>
          <p:nvPr>
            <p:ph type="sldNum" sz="quarter" idx="5"/>
          </p:nvPr>
        </p:nvSpPr>
        <p:spPr/>
        <p:txBody>
          <a:bodyPr/>
          <a:lstStyle/>
          <a:p>
            <a:fld id="{7E7885DB-BC12-4B25-98EA-9FB6E240FD8B}" type="slidenum">
              <a:rPr lang="en-IN" smtClean="0"/>
              <a:t>5</a:t>
            </a:fld>
            <a:endParaRPr lang="en-IN"/>
          </a:p>
        </p:txBody>
      </p:sp>
    </p:spTree>
    <p:extLst>
      <p:ext uri="{BB962C8B-B14F-4D97-AF65-F5344CB8AC3E}">
        <p14:creationId xmlns:p14="http://schemas.microsoft.com/office/powerpoint/2010/main" val="3777640345"/>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4431A41-1836-FD73-5E24-4F9FC2A455B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4B12DE8-A4C8-4BAB-529A-D54E11DADD1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E6B6439-0AEB-373C-4D00-5876FBE4FB16}"/>
              </a:ext>
            </a:extLst>
          </p:cNvPr>
          <p:cNvSpPr>
            <a:spLocks noGrp="1"/>
          </p:cNvSpPr>
          <p:nvPr>
            <p:ph type="body" idx="1"/>
          </p:nvPr>
        </p:nvSpPr>
        <p:spPr/>
        <p:txBody>
          <a:bodyPr/>
          <a:lstStyle/>
          <a:p>
            <a:endParaRPr lang="en-IN" dirty="0"/>
          </a:p>
        </p:txBody>
      </p:sp>
      <p:sp>
        <p:nvSpPr>
          <p:cNvPr id="4" name="Slide Number Placeholder 3">
            <a:extLst>
              <a:ext uri="{FF2B5EF4-FFF2-40B4-BE49-F238E27FC236}">
                <a16:creationId xmlns:a16="http://schemas.microsoft.com/office/drawing/2014/main" id="{E4E9D1A3-671B-2BD2-BA49-5D0679696FEC}"/>
              </a:ext>
            </a:extLst>
          </p:cNvPr>
          <p:cNvSpPr>
            <a:spLocks noGrp="1"/>
          </p:cNvSpPr>
          <p:nvPr>
            <p:ph type="sldNum" sz="quarter" idx="5"/>
          </p:nvPr>
        </p:nvSpPr>
        <p:spPr/>
        <p:txBody>
          <a:bodyPr/>
          <a:lstStyle/>
          <a:p>
            <a:fld id="{7E7885DB-BC12-4B25-98EA-9FB6E240FD8B}" type="slidenum">
              <a:rPr lang="en-IN" smtClean="0"/>
              <a:t>6</a:t>
            </a:fld>
            <a:endParaRPr lang="en-IN"/>
          </a:p>
        </p:txBody>
      </p:sp>
    </p:spTree>
    <p:extLst>
      <p:ext uri="{BB962C8B-B14F-4D97-AF65-F5344CB8AC3E}">
        <p14:creationId xmlns:p14="http://schemas.microsoft.com/office/powerpoint/2010/main" val="402440225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1048626"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1048627"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1048628" name="Date Placeholder 3"/>
          <p:cNvSpPr>
            <a:spLocks noGrp="1"/>
          </p:cNvSpPr>
          <p:nvPr>
            <p:ph type="dt" sz="half" idx="10"/>
          </p:nvPr>
        </p:nvSpPr>
        <p:spPr/>
        <p:txBody>
          <a:bodyPr/>
          <a:lstStyle/>
          <a:p>
            <a:fld id="{10B3A372-BE42-451E-B14C-5FF9C6C0F46F}" type="datetimeFigureOut">
              <a:rPr lang="en-IN" smtClean="0"/>
              <a:t>12-03-2025</a:t>
            </a:fld>
            <a:endParaRPr lang="en-IN"/>
          </a:p>
        </p:txBody>
      </p:sp>
      <p:sp>
        <p:nvSpPr>
          <p:cNvPr id="1048629" name="Footer Placeholder 4"/>
          <p:cNvSpPr>
            <a:spLocks noGrp="1"/>
          </p:cNvSpPr>
          <p:nvPr>
            <p:ph type="ftr" sz="quarter" idx="11"/>
          </p:nvPr>
        </p:nvSpPr>
        <p:spPr/>
        <p:txBody>
          <a:bodyPr/>
          <a:lstStyle/>
          <a:p>
            <a:endParaRPr lang="en-IN"/>
          </a:p>
        </p:txBody>
      </p:sp>
      <p:sp>
        <p:nvSpPr>
          <p:cNvPr id="1048630" name="Slide Number Placeholder 5"/>
          <p:cNvSpPr>
            <a:spLocks noGrp="1"/>
          </p:cNvSpPr>
          <p:nvPr>
            <p:ph type="sldNum" sz="quarter" idx="12"/>
          </p:nvPr>
        </p:nvSpPr>
        <p:spPr/>
        <p:txBody>
          <a:bodyPr/>
          <a:lstStyle/>
          <a:p>
            <a:fld id="{61B8729A-A80B-48B4-A1F8-161E6CCF1013}" type="slidenum">
              <a:rPr lang="en-IN" smtClean="0"/>
              <a:t>‹#›</a:t>
            </a:fld>
            <a:endParaRPr lang="en-IN"/>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1048586" name="Title 1"/>
          <p:cNvSpPr>
            <a:spLocks noGrp="1"/>
          </p:cNvSpPr>
          <p:nvPr>
            <p:ph type="title"/>
          </p:nvPr>
        </p:nvSpPr>
        <p:spPr/>
        <p:txBody>
          <a:bodyPr/>
          <a:lstStyle/>
          <a:p>
            <a:r>
              <a:rPr lang="en-US"/>
              <a:t>Click to edit Master title style</a:t>
            </a:r>
            <a:endParaRPr lang="en-IN"/>
          </a:p>
        </p:txBody>
      </p:sp>
      <p:sp>
        <p:nvSpPr>
          <p:cNvPr id="1048587" name="Content Placeholder 2"/>
          <p:cNvSpPr>
            <a:spLocks noGrp="1"/>
          </p:cNvSpPr>
          <p:nvPr>
            <p:ph idx="1"/>
          </p:nvPr>
        </p:nvSpPr>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1048588" name="Date Placeholder 3"/>
          <p:cNvSpPr>
            <a:spLocks noGrp="1"/>
          </p:cNvSpPr>
          <p:nvPr>
            <p:ph type="dt" sz="half" idx="10"/>
          </p:nvPr>
        </p:nvSpPr>
        <p:spPr/>
        <p:txBody>
          <a:bodyPr/>
          <a:lstStyle/>
          <a:p>
            <a:fld id="{10B3A372-BE42-451E-B14C-5FF9C6C0F46F}" type="datetimeFigureOut">
              <a:rPr lang="en-IN" smtClean="0"/>
              <a:t>12-03-2025</a:t>
            </a:fld>
            <a:endParaRPr lang="en-IN"/>
          </a:p>
        </p:txBody>
      </p:sp>
      <p:sp>
        <p:nvSpPr>
          <p:cNvPr id="1048589" name="Footer Placeholder 4"/>
          <p:cNvSpPr>
            <a:spLocks noGrp="1"/>
          </p:cNvSpPr>
          <p:nvPr>
            <p:ph type="ftr" sz="quarter" idx="11"/>
          </p:nvPr>
        </p:nvSpPr>
        <p:spPr/>
        <p:txBody>
          <a:bodyPr/>
          <a:lstStyle/>
          <a:p>
            <a:endParaRPr lang="en-IN"/>
          </a:p>
        </p:txBody>
      </p:sp>
      <p:sp>
        <p:nvSpPr>
          <p:cNvPr id="1048590" name="Slide Number Placeholder 5"/>
          <p:cNvSpPr>
            <a:spLocks noGrp="1"/>
          </p:cNvSpPr>
          <p:nvPr>
            <p:ph type="sldNum" sz="quarter" idx="12"/>
          </p:nvPr>
        </p:nvSpPr>
        <p:spPr/>
        <p:txBody>
          <a:bodyPr/>
          <a:lstStyle/>
          <a:p>
            <a:fld id="{61B8729A-A80B-48B4-A1F8-161E6CCF1013}" type="slidenum">
              <a:rPr lang="en-IN" smtClean="0"/>
              <a:t>‹#›</a:t>
            </a:fld>
            <a:endParaRPr lang="en-IN"/>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1048651"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1048652"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Edit Master text styles</a:t>
            </a:r>
          </a:p>
        </p:txBody>
      </p:sp>
      <p:sp>
        <p:nvSpPr>
          <p:cNvPr id="1048653" name="Date Placeholder 3"/>
          <p:cNvSpPr>
            <a:spLocks noGrp="1"/>
          </p:cNvSpPr>
          <p:nvPr>
            <p:ph type="dt" sz="half" idx="10"/>
          </p:nvPr>
        </p:nvSpPr>
        <p:spPr/>
        <p:txBody>
          <a:bodyPr/>
          <a:lstStyle/>
          <a:p>
            <a:fld id="{10B3A372-BE42-451E-B14C-5FF9C6C0F46F}" type="datetimeFigureOut">
              <a:rPr lang="en-IN" smtClean="0"/>
              <a:t>12-03-2025</a:t>
            </a:fld>
            <a:endParaRPr lang="en-IN"/>
          </a:p>
        </p:txBody>
      </p:sp>
      <p:sp>
        <p:nvSpPr>
          <p:cNvPr id="1048654" name="Footer Placeholder 4"/>
          <p:cNvSpPr>
            <a:spLocks noGrp="1"/>
          </p:cNvSpPr>
          <p:nvPr>
            <p:ph type="ftr" sz="quarter" idx="11"/>
          </p:nvPr>
        </p:nvSpPr>
        <p:spPr/>
        <p:txBody>
          <a:bodyPr/>
          <a:lstStyle/>
          <a:p>
            <a:endParaRPr lang="en-IN"/>
          </a:p>
        </p:txBody>
      </p:sp>
      <p:sp>
        <p:nvSpPr>
          <p:cNvPr id="1048655" name="Slide Number Placeholder 5"/>
          <p:cNvSpPr>
            <a:spLocks noGrp="1"/>
          </p:cNvSpPr>
          <p:nvPr>
            <p:ph type="sldNum" sz="quarter" idx="12"/>
          </p:nvPr>
        </p:nvSpPr>
        <p:spPr/>
        <p:txBody>
          <a:bodyPr/>
          <a:lstStyle/>
          <a:p>
            <a:fld id="{61B8729A-A80B-48B4-A1F8-161E6CCF1013}" type="slidenum">
              <a:rPr lang="en-IN" smtClean="0"/>
              <a:t>‹#›</a:t>
            </a:fld>
            <a:endParaRPr lang="en-IN"/>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1048656" name="Title 1"/>
          <p:cNvSpPr>
            <a:spLocks noGrp="1"/>
          </p:cNvSpPr>
          <p:nvPr>
            <p:ph type="title"/>
          </p:nvPr>
        </p:nvSpPr>
        <p:spPr/>
        <p:txBody>
          <a:bodyPr/>
          <a:lstStyle/>
          <a:p>
            <a:r>
              <a:rPr lang="en-US"/>
              <a:t>Click to edit Master title style</a:t>
            </a:r>
            <a:endParaRPr lang="en-IN"/>
          </a:p>
        </p:txBody>
      </p:sp>
      <p:sp>
        <p:nvSpPr>
          <p:cNvPr id="1048657" name="Content Placeholder 2"/>
          <p:cNvSpPr>
            <a:spLocks noGrp="1"/>
          </p:cNvSpPr>
          <p:nvPr>
            <p:ph sz="half" idx="1"/>
          </p:nvPr>
        </p:nvSpPr>
        <p:spPr>
          <a:xfrm>
            <a:off x="838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1048658" name="Content Placeholder 3"/>
          <p:cNvSpPr>
            <a:spLocks noGrp="1"/>
          </p:cNvSpPr>
          <p:nvPr>
            <p:ph sz="half" idx="2"/>
          </p:nvPr>
        </p:nvSpPr>
        <p:spPr>
          <a:xfrm>
            <a:off x="6172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1048659" name="Date Placeholder 4"/>
          <p:cNvSpPr>
            <a:spLocks noGrp="1"/>
          </p:cNvSpPr>
          <p:nvPr>
            <p:ph type="dt" sz="half" idx="10"/>
          </p:nvPr>
        </p:nvSpPr>
        <p:spPr/>
        <p:txBody>
          <a:bodyPr/>
          <a:lstStyle/>
          <a:p>
            <a:fld id="{10B3A372-BE42-451E-B14C-5FF9C6C0F46F}" type="datetimeFigureOut">
              <a:rPr lang="en-IN" smtClean="0"/>
              <a:t>12-03-2025</a:t>
            </a:fld>
            <a:endParaRPr lang="en-IN"/>
          </a:p>
        </p:txBody>
      </p:sp>
      <p:sp>
        <p:nvSpPr>
          <p:cNvPr id="1048660" name="Footer Placeholder 5"/>
          <p:cNvSpPr>
            <a:spLocks noGrp="1"/>
          </p:cNvSpPr>
          <p:nvPr>
            <p:ph type="ftr" sz="quarter" idx="11"/>
          </p:nvPr>
        </p:nvSpPr>
        <p:spPr/>
        <p:txBody>
          <a:bodyPr/>
          <a:lstStyle/>
          <a:p>
            <a:endParaRPr lang="en-IN"/>
          </a:p>
        </p:txBody>
      </p:sp>
      <p:sp>
        <p:nvSpPr>
          <p:cNvPr id="1048661" name="Slide Number Placeholder 6"/>
          <p:cNvSpPr>
            <a:spLocks noGrp="1"/>
          </p:cNvSpPr>
          <p:nvPr>
            <p:ph type="sldNum" sz="quarter" idx="12"/>
          </p:nvPr>
        </p:nvSpPr>
        <p:spPr/>
        <p:txBody>
          <a:bodyPr/>
          <a:lstStyle/>
          <a:p>
            <a:fld id="{61B8729A-A80B-48B4-A1F8-161E6CCF1013}" type="slidenum">
              <a:rPr lang="en-IN" smtClean="0"/>
              <a:t>‹#›</a:t>
            </a:fld>
            <a:endParaRPr lang="en-IN"/>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048662" name="Title 1"/>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104866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1048664" name="Content Placeholder 3"/>
          <p:cNvSpPr>
            <a:spLocks noGrp="1"/>
          </p:cNvSpPr>
          <p:nvPr>
            <p:ph sz="half" idx="2"/>
          </p:nvPr>
        </p:nvSpPr>
        <p:spPr>
          <a:xfrm>
            <a:off x="839788" y="2505075"/>
            <a:ext cx="5157787"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104866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1048666" name="Content Placeholder 5"/>
          <p:cNvSpPr>
            <a:spLocks noGrp="1"/>
          </p:cNvSpPr>
          <p:nvPr>
            <p:ph sz="quarter" idx="4"/>
          </p:nvPr>
        </p:nvSpPr>
        <p:spPr>
          <a:xfrm>
            <a:off x="6172200" y="2505075"/>
            <a:ext cx="5183188"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1048667" name="Date Placeholder 6"/>
          <p:cNvSpPr>
            <a:spLocks noGrp="1"/>
          </p:cNvSpPr>
          <p:nvPr>
            <p:ph type="dt" sz="half" idx="10"/>
          </p:nvPr>
        </p:nvSpPr>
        <p:spPr/>
        <p:txBody>
          <a:bodyPr/>
          <a:lstStyle/>
          <a:p>
            <a:fld id="{10B3A372-BE42-451E-B14C-5FF9C6C0F46F}" type="datetimeFigureOut">
              <a:rPr lang="en-IN" smtClean="0"/>
              <a:t>12-03-2025</a:t>
            </a:fld>
            <a:endParaRPr lang="en-IN"/>
          </a:p>
        </p:txBody>
      </p:sp>
      <p:sp>
        <p:nvSpPr>
          <p:cNvPr id="1048668" name="Footer Placeholder 7"/>
          <p:cNvSpPr>
            <a:spLocks noGrp="1"/>
          </p:cNvSpPr>
          <p:nvPr>
            <p:ph type="ftr" sz="quarter" idx="11"/>
          </p:nvPr>
        </p:nvSpPr>
        <p:spPr/>
        <p:txBody>
          <a:bodyPr/>
          <a:lstStyle/>
          <a:p>
            <a:endParaRPr lang="en-IN"/>
          </a:p>
        </p:txBody>
      </p:sp>
      <p:sp>
        <p:nvSpPr>
          <p:cNvPr id="1048669" name="Slide Number Placeholder 8"/>
          <p:cNvSpPr>
            <a:spLocks noGrp="1"/>
          </p:cNvSpPr>
          <p:nvPr>
            <p:ph type="sldNum" sz="quarter" idx="12"/>
          </p:nvPr>
        </p:nvSpPr>
        <p:spPr/>
        <p:txBody>
          <a:bodyPr/>
          <a:lstStyle/>
          <a:p>
            <a:fld id="{61B8729A-A80B-48B4-A1F8-161E6CCF1013}" type="slidenum">
              <a:rPr lang="en-IN" smtClean="0"/>
              <a:t>‹#›</a:t>
            </a:fld>
            <a:endParaRPr lang="en-IN"/>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1048631" name="Title 1"/>
          <p:cNvSpPr>
            <a:spLocks noGrp="1"/>
          </p:cNvSpPr>
          <p:nvPr>
            <p:ph type="title"/>
          </p:nvPr>
        </p:nvSpPr>
        <p:spPr/>
        <p:txBody>
          <a:bodyPr/>
          <a:lstStyle/>
          <a:p>
            <a:r>
              <a:rPr lang="en-US"/>
              <a:t>Click to edit Master title style</a:t>
            </a:r>
            <a:endParaRPr lang="en-IN"/>
          </a:p>
        </p:txBody>
      </p:sp>
      <p:sp>
        <p:nvSpPr>
          <p:cNvPr id="1048632" name="Date Placeholder 2"/>
          <p:cNvSpPr>
            <a:spLocks noGrp="1"/>
          </p:cNvSpPr>
          <p:nvPr>
            <p:ph type="dt" sz="half" idx="10"/>
          </p:nvPr>
        </p:nvSpPr>
        <p:spPr/>
        <p:txBody>
          <a:bodyPr/>
          <a:lstStyle/>
          <a:p>
            <a:fld id="{10B3A372-BE42-451E-B14C-5FF9C6C0F46F}" type="datetimeFigureOut">
              <a:rPr lang="en-IN" smtClean="0"/>
              <a:t>12-03-2025</a:t>
            </a:fld>
            <a:endParaRPr lang="en-IN"/>
          </a:p>
        </p:txBody>
      </p:sp>
      <p:sp>
        <p:nvSpPr>
          <p:cNvPr id="1048633" name="Footer Placeholder 3"/>
          <p:cNvSpPr>
            <a:spLocks noGrp="1"/>
          </p:cNvSpPr>
          <p:nvPr>
            <p:ph type="ftr" sz="quarter" idx="11"/>
          </p:nvPr>
        </p:nvSpPr>
        <p:spPr/>
        <p:txBody>
          <a:bodyPr/>
          <a:lstStyle/>
          <a:p>
            <a:endParaRPr lang="en-IN"/>
          </a:p>
        </p:txBody>
      </p:sp>
      <p:sp>
        <p:nvSpPr>
          <p:cNvPr id="1048634" name="Slide Number Placeholder 4"/>
          <p:cNvSpPr>
            <a:spLocks noGrp="1"/>
          </p:cNvSpPr>
          <p:nvPr>
            <p:ph type="sldNum" sz="quarter" idx="12"/>
          </p:nvPr>
        </p:nvSpPr>
        <p:spPr/>
        <p:txBody>
          <a:bodyPr/>
          <a:lstStyle/>
          <a:p>
            <a:fld id="{61B8729A-A80B-48B4-A1F8-161E6CCF1013}" type="slidenum">
              <a:rPr lang="en-IN" smtClean="0"/>
              <a:t>‹#›</a:t>
            </a:fld>
            <a:endParaRPr lang="en-IN"/>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1048670" name="Date Placeholder 1"/>
          <p:cNvSpPr>
            <a:spLocks noGrp="1"/>
          </p:cNvSpPr>
          <p:nvPr>
            <p:ph type="dt" sz="half" idx="10"/>
          </p:nvPr>
        </p:nvSpPr>
        <p:spPr/>
        <p:txBody>
          <a:bodyPr/>
          <a:lstStyle/>
          <a:p>
            <a:fld id="{10B3A372-BE42-451E-B14C-5FF9C6C0F46F}" type="datetimeFigureOut">
              <a:rPr lang="en-IN" smtClean="0"/>
              <a:t>12-03-2025</a:t>
            </a:fld>
            <a:endParaRPr lang="en-IN"/>
          </a:p>
        </p:txBody>
      </p:sp>
      <p:sp>
        <p:nvSpPr>
          <p:cNvPr id="1048671" name="Footer Placeholder 2"/>
          <p:cNvSpPr>
            <a:spLocks noGrp="1"/>
          </p:cNvSpPr>
          <p:nvPr>
            <p:ph type="ftr" sz="quarter" idx="11"/>
          </p:nvPr>
        </p:nvSpPr>
        <p:spPr/>
        <p:txBody>
          <a:bodyPr/>
          <a:lstStyle/>
          <a:p>
            <a:endParaRPr lang="en-IN"/>
          </a:p>
        </p:txBody>
      </p:sp>
      <p:sp>
        <p:nvSpPr>
          <p:cNvPr id="1048672" name="Slide Number Placeholder 3"/>
          <p:cNvSpPr>
            <a:spLocks noGrp="1"/>
          </p:cNvSpPr>
          <p:nvPr>
            <p:ph type="sldNum" sz="quarter" idx="12"/>
          </p:nvPr>
        </p:nvSpPr>
        <p:spPr/>
        <p:txBody>
          <a:bodyPr/>
          <a:lstStyle/>
          <a:p>
            <a:fld id="{61B8729A-A80B-48B4-A1F8-161E6CCF1013}" type="slidenum">
              <a:rPr lang="en-IN" smtClean="0"/>
              <a:t>‹#›</a:t>
            </a:fld>
            <a:endParaRPr lang="en-IN"/>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1048673"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1048674"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1048675"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1048676" name="Date Placeholder 4"/>
          <p:cNvSpPr>
            <a:spLocks noGrp="1"/>
          </p:cNvSpPr>
          <p:nvPr>
            <p:ph type="dt" sz="half" idx="10"/>
          </p:nvPr>
        </p:nvSpPr>
        <p:spPr/>
        <p:txBody>
          <a:bodyPr/>
          <a:lstStyle/>
          <a:p>
            <a:fld id="{10B3A372-BE42-451E-B14C-5FF9C6C0F46F}" type="datetimeFigureOut">
              <a:rPr lang="en-IN" smtClean="0"/>
              <a:t>12-03-2025</a:t>
            </a:fld>
            <a:endParaRPr lang="en-IN"/>
          </a:p>
        </p:txBody>
      </p:sp>
      <p:sp>
        <p:nvSpPr>
          <p:cNvPr id="1048677" name="Footer Placeholder 5"/>
          <p:cNvSpPr>
            <a:spLocks noGrp="1"/>
          </p:cNvSpPr>
          <p:nvPr>
            <p:ph type="ftr" sz="quarter" idx="11"/>
          </p:nvPr>
        </p:nvSpPr>
        <p:spPr/>
        <p:txBody>
          <a:bodyPr/>
          <a:lstStyle/>
          <a:p>
            <a:endParaRPr lang="en-IN"/>
          </a:p>
        </p:txBody>
      </p:sp>
      <p:sp>
        <p:nvSpPr>
          <p:cNvPr id="1048678" name="Slide Number Placeholder 6"/>
          <p:cNvSpPr>
            <a:spLocks noGrp="1"/>
          </p:cNvSpPr>
          <p:nvPr>
            <p:ph type="sldNum" sz="quarter" idx="12"/>
          </p:nvPr>
        </p:nvSpPr>
        <p:spPr/>
        <p:txBody>
          <a:bodyPr/>
          <a:lstStyle/>
          <a:p>
            <a:fld id="{61B8729A-A80B-48B4-A1F8-161E6CCF1013}" type="slidenum">
              <a:rPr lang="en-IN" smtClean="0"/>
              <a:t>‹#›</a:t>
            </a:fld>
            <a:endParaRPr lang="en-IN"/>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1048640"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1048641"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1048642"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1048643" name="Date Placeholder 4"/>
          <p:cNvSpPr>
            <a:spLocks noGrp="1"/>
          </p:cNvSpPr>
          <p:nvPr>
            <p:ph type="dt" sz="half" idx="10"/>
          </p:nvPr>
        </p:nvSpPr>
        <p:spPr/>
        <p:txBody>
          <a:bodyPr/>
          <a:lstStyle/>
          <a:p>
            <a:fld id="{10B3A372-BE42-451E-B14C-5FF9C6C0F46F}" type="datetimeFigureOut">
              <a:rPr lang="en-IN" smtClean="0"/>
              <a:t>12-03-2025</a:t>
            </a:fld>
            <a:endParaRPr lang="en-IN"/>
          </a:p>
        </p:txBody>
      </p:sp>
      <p:sp>
        <p:nvSpPr>
          <p:cNvPr id="1048644" name="Footer Placeholder 5"/>
          <p:cNvSpPr>
            <a:spLocks noGrp="1"/>
          </p:cNvSpPr>
          <p:nvPr>
            <p:ph type="ftr" sz="quarter" idx="11"/>
          </p:nvPr>
        </p:nvSpPr>
        <p:spPr/>
        <p:txBody>
          <a:bodyPr/>
          <a:lstStyle/>
          <a:p>
            <a:endParaRPr lang="en-IN"/>
          </a:p>
        </p:txBody>
      </p:sp>
      <p:sp>
        <p:nvSpPr>
          <p:cNvPr id="1048645" name="Slide Number Placeholder 6"/>
          <p:cNvSpPr>
            <a:spLocks noGrp="1"/>
          </p:cNvSpPr>
          <p:nvPr>
            <p:ph type="sldNum" sz="quarter" idx="12"/>
          </p:nvPr>
        </p:nvSpPr>
        <p:spPr/>
        <p:txBody>
          <a:bodyPr/>
          <a:lstStyle/>
          <a:p>
            <a:fld id="{61B8729A-A80B-48B4-A1F8-161E6CCF1013}" type="slidenum">
              <a:rPr lang="en-IN" smtClean="0"/>
              <a:t>‹#›</a:t>
            </a:fld>
            <a:endParaRPr lang="en-IN"/>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1048646" name="Title 1"/>
          <p:cNvSpPr>
            <a:spLocks noGrp="1"/>
          </p:cNvSpPr>
          <p:nvPr>
            <p:ph type="title"/>
          </p:nvPr>
        </p:nvSpPr>
        <p:spPr/>
        <p:txBody>
          <a:bodyPr/>
          <a:lstStyle/>
          <a:p>
            <a:r>
              <a:rPr lang="en-US"/>
              <a:t>Click to edit Master title style</a:t>
            </a:r>
            <a:endParaRPr lang="en-IN"/>
          </a:p>
        </p:txBody>
      </p:sp>
      <p:sp>
        <p:nvSpPr>
          <p:cNvPr id="1048647" name="Vertical Text Placeholder 2"/>
          <p:cNvSpPr>
            <a:spLocks noGrp="1"/>
          </p:cNvSpPr>
          <p:nvPr>
            <p:ph type="body" orient="vert" idx="1"/>
          </p:nvPr>
        </p:nvSpPr>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1048648" name="Date Placeholder 3"/>
          <p:cNvSpPr>
            <a:spLocks noGrp="1"/>
          </p:cNvSpPr>
          <p:nvPr>
            <p:ph type="dt" sz="half" idx="10"/>
          </p:nvPr>
        </p:nvSpPr>
        <p:spPr/>
        <p:txBody>
          <a:bodyPr/>
          <a:lstStyle/>
          <a:p>
            <a:fld id="{10B3A372-BE42-451E-B14C-5FF9C6C0F46F}" type="datetimeFigureOut">
              <a:rPr lang="en-IN" smtClean="0"/>
              <a:t>12-03-2025</a:t>
            </a:fld>
            <a:endParaRPr lang="en-IN"/>
          </a:p>
        </p:txBody>
      </p:sp>
      <p:sp>
        <p:nvSpPr>
          <p:cNvPr id="1048649" name="Footer Placeholder 4"/>
          <p:cNvSpPr>
            <a:spLocks noGrp="1"/>
          </p:cNvSpPr>
          <p:nvPr>
            <p:ph type="ftr" sz="quarter" idx="11"/>
          </p:nvPr>
        </p:nvSpPr>
        <p:spPr/>
        <p:txBody>
          <a:bodyPr/>
          <a:lstStyle/>
          <a:p>
            <a:endParaRPr lang="en-IN"/>
          </a:p>
        </p:txBody>
      </p:sp>
      <p:sp>
        <p:nvSpPr>
          <p:cNvPr id="1048650" name="Slide Number Placeholder 5"/>
          <p:cNvSpPr>
            <a:spLocks noGrp="1"/>
          </p:cNvSpPr>
          <p:nvPr>
            <p:ph type="sldNum" sz="quarter" idx="12"/>
          </p:nvPr>
        </p:nvSpPr>
        <p:spPr/>
        <p:txBody>
          <a:bodyPr/>
          <a:lstStyle/>
          <a:p>
            <a:fld id="{61B8729A-A80B-48B4-A1F8-161E6CCF1013}" type="slidenum">
              <a:rPr lang="en-IN" smtClean="0"/>
              <a:t>‹#›</a:t>
            </a:fld>
            <a:endParaRPr lang="en-IN"/>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1048635" name="Vertical Title 1"/>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1048636" name="Vertical Text Placeholder 2"/>
          <p:cNvSpPr>
            <a:spLocks noGrp="1"/>
          </p:cNvSpPr>
          <p:nvPr>
            <p:ph type="body" orient="vert" idx="1"/>
          </p:nvPr>
        </p:nvSpPr>
        <p:spPr>
          <a:xfrm>
            <a:off x="838200" y="365125"/>
            <a:ext cx="7734300" cy="5811838"/>
          </a:xfr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1048637" name="Date Placeholder 3"/>
          <p:cNvSpPr>
            <a:spLocks noGrp="1"/>
          </p:cNvSpPr>
          <p:nvPr>
            <p:ph type="dt" sz="half" idx="10"/>
          </p:nvPr>
        </p:nvSpPr>
        <p:spPr/>
        <p:txBody>
          <a:bodyPr/>
          <a:lstStyle/>
          <a:p>
            <a:fld id="{10B3A372-BE42-451E-B14C-5FF9C6C0F46F}" type="datetimeFigureOut">
              <a:rPr lang="en-IN" smtClean="0"/>
              <a:t>12-03-2025</a:t>
            </a:fld>
            <a:endParaRPr lang="en-IN"/>
          </a:p>
        </p:txBody>
      </p:sp>
      <p:sp>
        <p:nvSpPr>
          <p:cNvPr id="1048638" name="Footer Placeholder 4"/>
          <p:cNvSpPr>
            <a:spLocks noGrp="1"/>
          </p:cNvSpPr>
          <p:nvPr>
            <p:ph type="ftr" sz="quarter" idx="11"/>
          </p:nvPr>
        </p:nvSpPr>
        <p:spPr/>
        <p:txBody>
          <a:bodyPr/>
          <a:lstStyle/>
          <a:p>
            <a:endParaRPr lang="en-IN"/>
          </a:p>
        </p:txBody>
      </p:sp>
      <p:sp>
        <p:nvSpPr>
          <p:cNvPr id="1048639" name="Slide Number Placeholder 5"/>
          <p:cNvSpPr>
            <a:spLocks noGrp="1"/>
          </p:cNvSpPr>
          <p:nvPr>
            <p:ph type="sldNum" sz="quarter" idx="12"/>
          </p:nvPr>
        </p:nvSpPr>
        <p:spPr/>
        <p:txBody>
          <a:bodyPr/>
          <a:lstStyle/>
          <a:p>
            <a:fld id="{61B8729A-A80B-48B4-A1F8-161E6CCF1013}" type="slidenum">
              <a:rPr lang="en-IN" smtClean="0"/>
              <a:t>‹#›</a:t>
            </a:fld>
            <a:endParaRPr lang="en-IN"/>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x">
  <p:cSld name="1_Title Slide">
    <p:spTree>
      <p:nvGrpSpPr>
        <p:cNvPr id="1" name=""/>
        <p:cNvGrpSpPr/>
        <p:nvPr/>
      </p:nvGrpSpPr>
      <p:grpSpPr>
        <a:xfrm>
          <a:off x="0" y="0"/>
          <a:ext cx="0" cy="0"/>
          <a:chOff x="0" y="0"/>
          <a:chExt cx="0" cy="0"/>
        </a:xfrm>
      </p:grpSpPr>
      <p:sp>
        <p:nvSpPr>
          <p:cNvPr id="1048581" name="PlaceHolder 1"/>
          <p:cNvSpPr>
            <a:spLocks noGrp="1"/>
          </p:cNvSpPr>
          <p:nvPr>
            <p:ph type="title"/>
          </p:nvPr>
        </p:nvSpPr>
        <p:spPr>
          <a:xfrm>
            <a:off x="415680" y="98400"/>
            <a:ext cx="11360160" cy="763200"/>
          </a:xfrm>
          <a:prstGeom prst="rect">
            <a:avLst/>
          </a:prstGeom>
        </p:spPr>
        <p:txBody>
          <a:bodyPr lIns="0" tIns="0" rIns="0" bIns="0" anchor="ctr">
            <a:noAutofit/>
          </a:bodyPr>
          <a:lstStyle/>
          <a:p>
            <a:endParaRPr lang="en-US" sz="1867" b="0" strike="noStrike" spc="-1">
              <a:solidFill>
                <a:srgbClr val="000000"/>
              </a:solidFill>
              <a:latin typeface="Arial"/>
            </a:endParaRPr>
          </a:p>
        </p:txBody>
      </p:sp>
      <p:sp>
        <p:nvSpPr>
          <p:cNvPr id="1048582" name="PlaceHolder 2"/>
          <p:cNvSpPr>
            <a:spLocks noGrp="1"/>
          </p:cNvSpPr>
          <p:nvPr>
            <p:ph type="subTitle"/>
          </p:nvPr>
        </p:nvSpPr>
        <p:spPr>
          <a:xfrm>
            <a:off x="415680" y="1151520"/>
            <a:ext cx="11360160" cy="4554720"/>
          </a:xfrm>
          <a:prstGeom prst="rect">
            <a:avLst/>
          </a:prstGeom>
        </p:spPr>
        <p:txBody>
          <a:bodyPr lIns="0" tIns="0" rIns="0" bIns="0" anchor="ctr">
            <a:noAutofit/>
          </a:bodyPr>
          <a:lstStyle/>
          <a:p>
            <a:pPr algn="ctr"/>
            <a:endParaRPr lang="en-US" sz="4267" b="0" strike="noStrike" spc="-1">
              <a:latin typeface="Arial"/>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048576"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1048577"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1048578"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0B3A372-BE42-451E-B14C-5FF9C6C0F46F}" type="datetimeFigureOut">
              <a:rPr lang="en-IN" smtClean="0"/>
              <a:t>12-03-2025</a:t>
            </a:fld>
            <a:endParaRPr lang="en-IN"/>
          </a:p>
        </p:txBody>
      </p:sp>
      <p:sp>
        <p:nvSpPr>
          <p:cNvPr id="1048579"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a:p>
        </p:txBody>
      </p:sp>
      <p:sp>
        <p:nvSpPr>
          <p:cNvPr id="1048580"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61B8729A-A80B-48B4-A1F8-161E6CCF1013}" type="slidenum">
              <a:rPr lang="en-IN" smtClean="0"/>
              <a:t>‹#›</a:t>
            </a:fld>
            <a:endParaRPr lang="en-IN"/>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12.xml"/></Relationships>
</file>

<file path=ppt/slides/_rels/slide2.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5.xml"/><Relationship Id="rId1" Type="http://schemas.openxmlformats.org/officeDocument/2006/relationships/slideLayout" Target="../slideLayouts/slideLayout2.xml"/><Relationship Id="rId5" Type="http://schemas.openxmlformats.org/officeDocument/2006/relationships/image" Target="../media/image5.png"/><Relationship Id="rId4" Type="http://schemas.openxmlformats.org/officeDocument/2006/relationships/image" Target="../media/image4.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97152" name="Google Shape;33;p9"/>
          <p:cNvPicPr>
            <a:picLocks/>
          </p:cNvPicPr>
          <p:nvPr/>
        </p:nvPicPr>
        <p:blipFill>
          <a:blip r:embed="rId2"/>
          <a:stretch>
            <a:fillRect/>
          </a:stretch>
        </p:blipFill>
        <p:spPr>
          <a:xfrm>
            <a:off x="0" y="720"/>
            <a:ext cx="12181920" cy="6857280"/>
          </a:xfrm>
          <a:prstGeom prst="rect">
            <a:avLst/>
          </a:prstGeom>
          <a:ln>
            <a:noFill/>
          </a:ln>
        </p:spPr>
      </p:pic>
      <p:sp>
        <p:nvSpPr>
          <p:cNvPr id="1048583" name="CustomShape 1"/>
          <p:cNvSpPr/>
          <p:nvPr/>
        </p:nvSpPr>
        <p:spPr>
          <a:xfrm>
            <a:off x="6365013" y="3429000"/>
            <a:ext cx="5816907" cy="408941"/>
          </a:xfrm>
          <a:prstGeom prst="rect">
            <a:avLst/>
          </a:prstGeom>
          <a:noFill/>
          <a:ln>
            <a:noFill/>
          </a:ln>
        </p:spPr>
        <p:style>
          <a:lnRef idx="0">
            <a:scrgbClr r="0" g="0" b="0"/>
          </a:lnRef>
          <a:fillRef idx="0">
            <a:scrgbClr r="0" g="0" b="0"/>
          </a:fillRef>
          <a:effectRef idx="0">
            <a:scrgbClr r="0" g="0" b="0"/>
          </a:effectRef>
          <a:fontRef idx="minor">
            <a:srgbClr val="000000"/>
          </a:fontRef>
        </p:style>
        <p:txBody>
          <a:bodyPr wrap="square">
            <a:spAutoFit/>
          </a:bodyPr>
          <a:lstStyle/>
          <a:p>
            <a:pPr algn="ctr">
              <a:lnSpc>
                <a:spcPct val="100000"/>
              </a:lnSpc>
            </a:pPr>
            <a:endParaRPr lang="en-US" sz="2667" spc="-1" dirty="0">
              <a:latin typeface="Arial"/>
            </a:endParaRPr>
          </a:p>
        </p:txBody>
      </p:sp>
      <p:pic>
        <p:nvPicPr>
          <p:cNvPr id="2097153" name="image1.png"/>
          <p:cNvPicPr>
            <a:picLocks/>
          </p:cNvPicPr>
          <p:nvPr/>
        </p:nvPicPr>
        <p:blipFill>
          <a:blip r:embed="rId3" cstate="print"/>
          <a:stretch>
            <a:fillRect/>
          </a:stretch>
        </p:blipFill>
        <p:spPr>
          <a:xfrm>
            <a:off x="7289636" y="561431"/>
            <a:ext cx="3967661" cy="865925"/>
          </a:xfrm>
          <a:prstGeom prst="rect">
            <a:avLst/>
          </a:prstGeom>
        </p:spPr>
      </p:pic>
      <p:sp>
        <p:nvSpPr>
          <p:cNvPr id="1048584" name="TextBox 3"/>
          <p:cNvSpPr txBox="1"/>
          <p:nvPr/>
        </p:nvSpPr>
        <p:spPr>
          <a:xfrm>
            <a:off x="5666874" y="1704467"/>
            <a:ext cx="6270875" cy="1200329"/>
          </a:xfrm>
          <a:prstGeom prst="rect">
            <a:avLst/>
          </a:prstGeom>
          <a:noFill/>
        </p:spPr>
        <p:txBody>
          <a:bodyPr wrap="square" rtlCol="0">
            <a:spAutoFit/>
          </a:bodyPr>
          <a:lstStyle/>
          <a:p>
            <a:r>
              <a:rPr lang="en-IN" sz="2400" dirty="0"/>
              <a:t>Project Presentation </a:t>
            </a:r>
          </a:p>
          <a:p>
            <a:endParaRPr lang="en-IN" sz="2400" dirty="0"/>
          </a:p>
          <a:p>
            <a:r>
              <a:rPr lang="en-IN" sz="2400" dirty="0"/>
              <a:t>Project </a:t>
            </a:r>
            <a:r>
              <a:rPr lang="en-IN" sz="2400" dirty="0" err="1"/>
              <a:t>Title:Spotify-Song-Recommendation</a:t>
            </a:r>
            <a:endParaRPr lang="en-IN" sz="2400" dirty="0"/>
          </a:p>
        </p:txBody>
      </p:sp>
      <p:sp>
        <p:nvSpPr>
          <p:cNvPr id="1048585" name="TextBox 4"/>
          <p:cNvSpPr txBox="1"/>
          <p:nvPr/>
        </p:nvSpPr>
        <p:spPr>
          <a:xfrm>
            <a:off x="7519737" y="3857917"/>
            <a:ext cx="4597291" cy="1200329"/>
          </a:xfrm>
          <a:prstGeom prst="rect">
            <a:avLst/>
          </a:prstGeom>
          <a:noFill/>
        </p:spPr>
        <p:txBody>
          <a:bodyPr wrap="square" rtlCol="0">
            <a:spAutoFit/>
          </a:bodyPr>
          <a:lstStyle/>
          <a:p>
            <a:endParaRPr lang="en-IN" sz="2400" dirty="0"/>
          </a:p>
          <a:p>
            <a:r>
              <a:rPr lang="en-IN" sz="2400" dirty="0"/>
              <a:t>Prepared By:</a:t>
            </a:r>
          </a:p>
          <a:p>
            <a:r>
              <a:rPr lang="en-IN" sz="2400" dirty="0"/>
              <a:t>Kuldeep Tapodhan - 92200104033</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
          <a:extLst>
            <a:ext uri="{FF2B5EF4-FFF2-40B4-BE49-F238E27FC236}">
              <a16:creationId xmlns:a16="http://schemas.microsoft.com/office/drawing/2014/main" id="{6C5BF9BF-B199-427C-3973-A3B31E8E3C33}"/>
            </a:ext>
          </a:extLst>
        </p:cNvPr>
        <p:cNvGrpSpPr/>
        <p:nvPr/>
      </p:nvGrpSpPr>
      <p:grpSpPr>
        <a:xfrm>
          <a:off x="0" y="0"/>
          <a:ext cx="0" cy="0"/>
          <a:chOff x="0" y="0"/>
          <a:chExt cx="0" cy="0"/>
        </a:xfrm>
      </p:grpSpPr>
      <p:sp>
        <p:nvSpPr>
          <p:cNvPr id="1048591" name="object 3">
            <a:extLst>
              <a:ext uri="{FF2B5EF4-FFF2-40B4-BE49-F238E27FC236}">
                <a16:creationId xmlns:a16="http://schemas.microsoft.com/office/drawing/2014/main" id="{41573BE6-7FC9-6888-47D6-BCF975B16B7D}"/>
              </a:ext>
            </a:extLst>
          </p:cNvPr>
          <p:cNvSpPr txBox="1">
            <a:spLocks noGrp="1"/>
          </p:cNvSpPr>
          <p:nvPr>
            <p:ph type="title"/>
          </p:nvPr>
        </p:nvSpPr>
        <p:spPr>
          <a:xfrm>
            <a:off x="349486" y="278785"/>
            <a:ext cx="7519505" cy="443711"/>
          </a:xfrm>
          <a:prstGeom prst="rect">
            <a:avLst/>
          </a:prstGeom>
        </p:spPr>
        <p:txBody>
          <a:bodyPr vert="horz" wrap="square" lIns="0" tIns="12700" rIns="0" bIns="0" rtlCol="0">
            <a:spAutoFit/>
          </a:bodyPr>
          <a:lstStyle/>
          <a:p>
            <a:pPr algn="just">
              <a:lnSpc>
                <a:spcPct val="100000"/>
              </a:lnSpc>
            </a:pPr>
            <a:r>
              <a:rPr lang="en-US" sz="2800" spc="-1" dirty="0">
                <a:solidFill>
                  <a:srgbClr val="00A4B6"/>
                </a:solidFill>
                <a:latin typeface="Proxima Nova"/>
                <a:ea typeface="Proxima Nova"/>
              </a:rPr>
              <a:t>Project Description </a:t>
            </a:r>
          </a:p>
        </p:txBody>
      </p:sp>
      <p:sp>
        <p:nvSpPr>
          <p:cNvPr id="6" name="TextBox 5">
            <a:extLst>
              <a:ext uri="{FF2B5EF4-FFF2-40B4-BE49-F238E27FC236}">
                <a16:creationId xmlns:a16="http://schemas.microsoft.com/office/drawing/2014/main" id="{C2ED9545-268C-89BD-22C2-7CA58DD79D06}"/>
              </a:ext>
            </a:extLst>
          </p:cNvPr>
          <p:cNvSpPr txBox="1"/>
          <p:nvPr/>
        </p:nvSpPr>
        <p:spPr>
          <a:xfrm>
            <a:off x="388474" y="1596592"/>
            <a:ext cx="11415052" cy="1631216"/>
          </a:xfrm>
          <a:prstGeom prst="rect">
            <a:avLst/>
          </a:prstGeom>
          <a:noFill/>
        </p:spPr>
        <p:txBody>
          <a:bodyPr wrap="square">
            <a:spAutoFit/>
          </a:bodyPr>
          <a:lstStyle/>
          <a:p>
            <a:pPr marL="342900" indent="-342900" algn="just">
              <a:buFont typeface="Arial" panose="020B0604020202020204" pitchFamily="34" charset="0"/>
              <a:buChar char="•"/>
            </a:pPr>
            <a:r>
              <a:rPr lang="en-US" sz="2000" dirty="0">
                <a:latin typeface="Arial" panose="020B0604020202020204" pitchFamily="34" charset="0"/>
                <a:cs typeface="Arial" panose="020B0604020202020204" pitchFamily="34" charset="0"/>
              </a:rPr>
              <a:t>This project builds a content-based recommendation system to suggest Bollywood songs similar to a given input song. The dataset consists of song attributes such as genre, artist, album/movie, and user rating. These attributes are combined into a single tag column, preprocessed (lowercased, spaces removed, ratings normalized), and converted into numerical representations using TF-IDF Vectorization.</a:t>
            </a:r>
          </a:p>
        </p:txBody>
      </p:sp>
      <p:sp>
        <p:nvSpPr>
          <p:cNvPr id="8" name="TextBox 7">
            <a:extLst>
              <a:ext uri="{FF2B5EF4-FFF2-40B4-BE49-F238E27FC236}">
                <a16:creationId xmlns:a16="http://schemas.microsoft.com/office/drawing/2014/main" id="{E79AAEB3-3FB4-7D01-019F-07E7EBD6072E}"/>
              </a:ext>
            </a:extLst>
          </p:cNvPr>
          <p:cNvSpPr txBox="1"/>
          <p:nvPr/>
        </p:nvSpPr>
        <p:spPr>
          <a:xfrm>
            <a:off x="388474" y="3627918"/>
            <a:ext cx="11415052" cy="1323439"/>
          </a:xfrm>
          <a:prstGeom prst="rect">
            <a:avLst/>
          </a:prstGeom>
          <a:noFill/>
        </p:spPr>
        <p:txBody>
          <a:bodyPr wrap="square">
            <a:spAutoFit/>
          </a:bodyPr>
          <a:lstStyle/>
          <a:p>
            <a:pPr marL="342900" indent="-342900" algn="just">
              <a:buFont typeface="Arial" panose="020B0604020202020204" pitchFamily="34" charset="0"/>
              <a:buChar char="•"/>
            </a:pPr>
            <a:r>
              <a:rPr lang="en-US" sz="2000" dirty="0"/>
              <a:t>The system uses the </a:t>
            </a:r>
            <a:r>
              <a:rPr lang="en-US" sz="2000" b="1" dirty="0"/>
              <a:t>K-Nearest Neighbors (KNN) algorithm</a:t>
            </a:r>
            <a:r>
              <a:rPr lang="en-US" sz="2000" dirty="0"/>
              <a:t> with </a:t>
            </a:r>
            <a:r>
              <a:rPr lang="en-US" sz="2000" b="1" dirty="0"/>
              <a:t>cosine similarity</a:t>
            </a:r>
            <a:r>
              <a:rPr lang="en-US" sz="2000" dirty="0"/>
              <a:t> to find the top 5 most similar songs. The trained model takes the TF-IDF vector of the input song and retrieves the nearest neighbors from the dataset. The final recommendations exclude the input song and return 5 similar songs based on textual and rating similarities</a:t>
            </a:r>
            <a:endParaRPr lang="en-US" sz="2000"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15773253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
          <a:extLst>
            <a:ext uri="{FF2B5EF4-FFF2-40B4-BE49-F238E27FC236}">
              <a16:creationId xmlns:a16="http://schemas.microsoft.com/office/drawing/2014/main" id="{3540370C-6F73-FC15-E0DE-76B4D3D9AB17}"/>
            </a:ext>
          </a:extLst>
        </p:cNvPr>
        <p:cNvGrpSpPr/>
        <p:nvPr/>
      </p:nvGrpSpPr>
      <p:grpSpPr>
        <a:xfrm>
          <a:off x="0" y="0"/>
          <a:ext cx="0" cy="0"/>
          <a:chOff x="0" y="0"/>
          <a:chExt cx="0" cy="0"/>
        </a:xfrm>
      </p:grpSpPr>
      <p:sp>
        <p:nvSpPr>
          <p:cNvPr id="1048591" name="object 3">
            <a:extLst>
              <a:ext uri="{FF2B5EF4-FFF2-40B4-BE49-F238E27FC236}">
                <a16:creationId xmlns:a16="http://schemas.microsoft.com/office/drawing/2014/main" id="{51F10632-3B54-906B-028C-3F241E96670A}"/>
              </a:ext>
            </a:extLst>
          </p:cNvPr>
          <p:cNvSpPr txBox="1">
            <a:spLocks noGrp="1"/>
          </p:cNvSpPr>
          <p:nvPr>
            <p:ph type="title"/>
          </p:nvPr>
        </p:nvSpPr>
        <p:spPr>
          <a:xfrm>
            <a:off x="349486" y="278785"/>
            <a:ext cx="7519505" cy="443711"/>
          </a:xfrm>
          <a:prstGeom prst="rect">
            <a:avLst/>
          </a:prstGeom>
        </p:spPr>
        <p:txBody>
          <a:bodyPr vert="horz" wrap="square" lIns="0" tIns="12700" rIns="0" bIns="0" rtlCol="0">
            <a:spAutoFit/>
          </a:bodyPr>
          <a:lstStyle/>
          <a:p>
            <a:pPr algn="just">
              <a:lnSpc>
                <a:spcPct val="100000"/>
              </a:lnSpc>
            </a:pPr>
            <a:r>
              <a:rPr lang="en-US" sz="2800" spc="-1" dirty="0">
                <a:solidFill>
                  <a:srgbClr val="00A4B6"/>
                </a:solidFill>
                <a:latin typeface="Proxima Nova"/>
                <a:ea typeface="Proxima Nova"/>
              </a:rPr>
              <a:t>Work-Flow </a:t>
            </a:r>
          </a:p>
        </p:txBody>
      </p:sp>
      <p:sp>
        <p:nvSpPr>
          <p:cNvPr id="5" name="TextBox 4">
            <a:extLst>
              <a:ext uri="{FF2B5EF4-FFF2-40B4-BE49-F238E27FC236}">
                <a16:creationId xmlns:a16="http://schemas.microsoft.com/office/drawing/2014/main" id="{5B75F497-254B-495F-9F3B-7B4CF2DEB310}"/>
              </a:ext>
            </a:extLst>
          </p:cNvPr>
          <p:cNvSpPr txBox="1"/>
          <p:nvPr/>
        </p:nvSpPr>
        <p:spPr>
          <a:xfrm>
            <a:off x="349486" y="1287379"/>
            <a:ext cx="10478935" cy="3801041"/>
          </a:xfrm>
          <a:prstGeom prst="rect">
            <a:avLst/>
          </a:prstGeom>
          <a:noFill/>
        </p:spPr>
        <p:txBody>
          <a:bodyPr wrap="square" rtlCol="0">
            <a:spAutoFit/>
          </a:bodyPr>
          <a:lstStyle/>
          <a:p>
            <a:r>
              <a:rPr lang="en-US" sz="2000" b="1" dirty="0"/>
              <a:t>Dataset:</a:t>
            </a:r>
          </a:p>
          <a:p>
            <a:pPr marL="800100" lvl="1" indent="-342900">
              <a:buFont typeface="Arial" panose="020B0604020202020204" pitchFamily="34" charset="0"/>
              <a:buChar char="•"/>
            </a:pPr>
            <a:r>
              <a:rPr lang="en-US" sz="2000" dirty="0"/>
              <a:t>Uses a CSV file (Bollywood_songs.csv) containing Bollywood songs with attributes: Song-Name, Artists, Album/Movie, Genre, and User-Rating.</a:t>
            </a:r>
          </a:p>
          <a:p>
            <a:endParaRPr lang="en-US" sz="2000" dirty="0"/>
          </a:p>
          <a:p>
            <a:r>
              <a:rPr lang="en-US" sz="2100" b="1" dirty="0"/>
              <a:t>Preprocessing:</a:t>
            </a:r>
          </a:p>
          <a:p>
            <a:pPr marL="800100" lvl="1" indent="-342900">
              <a:buFont typeface="Arial" panose="020B0604020202020204" pitchFamily="34" charset="0"/>
              <a:buChar char="•"/>
            </a:pPr>
            <a:r>
              <a:rPr lang="en-US" sz="2000" dirty="0"/>
              <a:t>Remove Spaces: Cleans Artists, Album/Movie, and Genre by removing spaces.</a:t>
            </a:r>
          </a:p>
          <a:p>
            <a:pPr marL="800100" lvl="1" indent="-342900">
              <a:buFont typeface="Arial" panose="020B0604020202020204" pitchFamily="34" charset="0"/>
              <a:buChar char="•"/>
            </a:pPr>
            <a:r>
              <a:rPr lang="en-US" sz="2000" dirty="0"/>
              <a:t>Normalize Text: Converts Artists, Album/Movie, and Genre to lowercase.</a:t>
            </a:r>
          </a:p>
          <a:p>
            <a:pPr marL="800100" lvl="1" indent="-342900">
              <a:buFont typeface="Arial" panose="020B0604020202020204" pitchFamily="34" charset="0"/>
              <a:buChar char="•"/>
            </a:pPr>
            <a:r>
              <a:rPr lang="en-US" sz="2000" dirty="0"/>
              <a:t>Scale Ratings: Normalizes User-Rating by dividing it by 10.</a:t>
            </a:r>
          </a:p>
          <a:p>
            <a:pPr marL="800100" lvl="1" indent="-342900">
              <a:buFont typeface="Arial" panose="020B0604020202020204" pitchFamily="34" charset="0"/>
              <a:buChar char="•"/>
            </a:pPr>
            <a:r>
              <a:rPr lang="en-US" sz="2000" dirty="0"/>
              <a:t>Create Tags: Combines Genre, Artists, Album/Movie, and User-Rating into a single tag column.</a:t>
            </a:r>
          </a:p>
          <a:p>
            <a:pPr marL="800100" lvl="1" indent="-342900">
              <a:buFont typeface="Arial" panose="020B0604020202020204" pitchFamily="34" charset="0"/>
              <a:buChar char="•"/>
            </a:pPr>
            <a:r>
              <a:rPr lang="en-US" sz="2000" dirty="0"/>
              <a:t>Drop Unnecessary Columns: Removes Genre, Artists, Album/Movie, and User-Rating after combining.</a:t>
            </a:r>
          </a:p>
        </p:txBody>
      </p:sp>
    </p:spTree>
    <p:extLst>
      <p:ext uri="{BB962C8B-B14F-4D97-AF65-F5344CB8AC3E}">
        <p14:creationId xmlns:p14="http://schemas.microsoft.com/office/powerpoint/2010/main" val="3325186022"/>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
          <a:extLst>
            <a:ext uri="{FF2B5EF4-FFF2-40B4-BE49-F238E27FC236}">
              <a16:creationId xmlns:a16="http://schemas.microsoft.com/office/drawing/2014/main" id="{05AD9CC0-B9C0-4406-B2FD-F88BD04918C0}"/>
            </a:ext>
          </a:extLst>
        </p:cNvPr>
        <p:cNvGrpSpPr/>
        <p:nvPr/>
      </p:nvGrpSpPr>
      <p:grpSpPr>
        <a:xfrm>
          <a:off x="0" y="0"/>
          <a:ext cx="0" cy="0"/>
          <a:chOff x="0" y="0"/>
          <a:chExt cx="0" cy="0"/>
        </a:xfrm>
      </p:grpSpPr>
      <p:sp>
        <p:nvSpPr>
          <p:cNvPr id="1048591" name="object 3">
            <a:extLst>
              <a:ext uri="{FF2B5EF4-FFF2-40B4-BE49-F238E27FC236}">
                <a16:creationId xmlns:a16="http://schemas.microsoft.com/office/drawing/2014/main" id="{2CB5EF91-3365-C96D-D54F-3BCEC6C93C67}"/>
              </a:ext>
            </a:extLst>
          </p:cNvPr>
          <p:cNvSpPr txBox="1">
            <a:spLocks noGrp="1"/>
          </p:cNvSpPr>
          <p:nvPr>
            <p:ph type="title"/>
          </p:nvPr>
        </p:nvSpPr>
        <p:spPr>
          <a:xfrm>
            <a:off x="349486" y="278785"/>
            <a:ext cx="7519505" cy="443711"/>
          </a:xfrm>
          <a:prstGeom prst="rect">
            <a:avLst/>
          </a:prstGeom>
        </p:spPr>
        <p:txBody>
          <a:bodyPr vert="horz" wrap="square" lIns="0" tIns="12700" rIns="0" bIns="0" rtlCol="0">
            <a:spAutoFit/>
          </a:bodyPr>
          <a:lstStyle/>
          <a:p>
            <a:pPr algn="just">
              <a:lnSpc>
                <a:spcPct val="100000"/>
              </a:lnSpc>
            </a:pPr>
            <a:r>
              <a:rPr lang="en-US" sz="2800" spc="-1" dirty="0">
                <a:solidFill>
                  <a:srgbClr val="00A4B6"/>
                </a:solidFill>
                <a:latin typeface="Proxima Nova"/>
                <a:ea typeface="Proxima Nova"/>
              </a:rPr>
              <a:t>Project Description </a:t>
            </a:r>
          </a:p>
        </p:txBody>
      </p:sp>
      <p:sp>
        <p:nvSpPr>
          <p:cNvPr id="5" name="TextBox 4">
            <a:extLst>
              <a:ext uri="{FF2B5EF4-FFF2-40B4-BE49-F238E27FC236}">
                <a16:creationId xmlns:a16="http://schemas.microsoft.com/office/drawing/2014/main" id="{2CF3707A-6B4F-EC06-9877-C39ED0B63B78}"/>
              </a:ext>
            </a:extLst>
          </p:cNvPr>
          <p:cNvSpPr txBox="1"/>
          <p:nvPr/>
        </p:nvSpPr>
        <p:spPr>
          <a:xfrm>
            <a:off x="349486" y="1228397"/>
            <a:ext cx="11104577" cy="4401205"/>
          </a:xfrm>
          <a:prstGeom prst="rect">
            <a:avLst/>
          </a:prstGeom>
          <a:noFill/>
        </p:spPr>
        <p:txBody>
          <a:bodyPr wrap="square" rtlCol="0">
            <a:spAutoFit/>
          </a:bodyPr>
          <a:lstStyle/>
          <a:p>
            <a:r>
              <a:rPr lang="en-US" sz="2000" b="1" dirty="0"/>
              <a:t>Feature Extraction</a:t>
            </a:r>
          </a:p>
          <a:p>
            <a:pPr marL="800100" lvl="1" indent="-342900">
              <a:buFont typeface="Arial" panose="020B0604020202020204" pitchFamily="34" charset="0"/>
              <a:buChar char="•"/>
            </a:pPr>
            <a:r>
              <a:rPr lang="en-US" sz="2000" dirty="0" err="1"/>
              <a:t>CountVectorizer</a:t>
            </a:r>
            <a:r>
              <a:rPr lang="en-US" sz="2000" dirty="0"/>
              <a:t>: Converts text data (tag) into numerical vectors using the Bag-of-Words model (max 5000 features, stop words removed).</a:t>
            </a:r>
          </a:p>
          <a:p>
            <a:pPr marL="800100" lvl="1" indent="-342900">
              <a:buFont typeface="Arial" panose="020B0604020202020204" pitchFamily="34" charset="0"/>
              <a:buChar char="•"/>
            </a:pPr>
            <a:r>
              <a:rPr lang="en-US" sz="2000" dirty="0"/>
              <a:t>TF-IDF Vectorizer: Transforms tag into TF-IDF (Term Frequency-Inverse Document Frequency) vectors for better similarity detection.</a:t>
            </a:r>
          </a:p>
          <a:p>
            <a:r>
              <a:rPr lang="en-US" sz="2000" b="1" dirty="0"/>
              <a:t>Model Selection (K-Nearest Neighbors - KNN)</a:t>
            </a:r>
          </a:p>
          <a:p>
            <a:pPr marL="800100" lvl="1" indent="-342900">
              <a:buFont typeface="Arial" panose="020B0604020202020204" pitchFamily="34" charset="0"/>
              <a:buChar char="•"/>
            </a:pPr>
            <a:r>
              <a:rPr lang="en-US" sz="2000" dirty="0"/>
              <a:t>KNN (k=6, Cosine Similarity): Trains the model using TF-IDF vectors for song similarity.</a:t>
            </a:r>
          </a:p>
          <a:p>
            <a:pPr marL="800100" lvl="1" indent="-342900">
              <a:buFont typeface="Arial" panose="020B0604020202020204" pitchFamily="34" charset="0"/>
              <a:buChar char="•"/>
            </a:pPr>
            <a:r>
              <a:rPr lang="en-US" sz="2000" dirty="0"/>
              <a:t>Find Nearest Neighbors: Identifies the 5 most similar songs for any given input song.</a:t>
            </a:r>
          </a:p>
          <a:p>
            <a:pPr marL="800100" lvl="1" indent="-342900">
              <a:buFont typeface="Arial" panose="020B0604020202020204" pitchFamily="34" charset="0"/>
              <a:buChar char="•"/>
            </a:pPr>
            <a:r>
              <a:rPr lang="en-US" sz="2000" dirty="0"/>
              <a:t>Recommendation Function (recommend)</a:t>
            </a:r>
          </a:p>
          <a:p>
            <a:pPr marL="800100" lvl="1" indent="-342900">
              <a:buFont typeface="Arial" panose="020B0604020202020204" pitchFamily="34" charset="0"/>
              <a:buChar char="•"/>
            </a:pPr>
            <a:r>
              <a:rPr lang="en-US" sz="2000" dirty="0"/>
              <a:t>Locate Song Index: Finds the index of the given song in the dataset.</a:t>
            </a:r>
          </a:p>
          <a:p>
            <a:pPr marL="800100" lvl="1" indent="-342900">
              <a:buFont typeface="Arial" panose="020B0604020202020204" pitchFamily="34" charset="0"/>
              <a:buChar char="•"/>
            </a:pPr>
            <a:r>
              <a:rPr lang="en-US" sz="2000" dirty="0"/>
              <a:t>Find Nearest Neighbors: Retrieves 6 nearest songs (including the input song).</a:t>
            </a:r>
          </a:p>
          <a:p>
            <a:pPr marL="800100" lvl="1" indent="-342900">
              <a:buFont typeface="Arial" panose="020B0604020202020204" pitchFamily="34" charset="0"/>
              <a:buChar char="•"/>
            </a:pPr>
            <a:r>
              <a:rPr lang="en-US" sz="2000" dirty="0"/>
              <a:t>Return Top 5 Recommendations: Excludes the input song and returns 5 most similar songs.</a:t>
            </a:r>
          </a:p>
          <a:p>
            <a:pPr marL="800100" lvl="1" indent="-342900">
              <a:buFont typeface="Arial" panose="020B0604020202020204" pitchFamily="34" charset="0"/>
              <a:buChar char="•"/>
            </a:pPr>
            <a:r>
              <a:rPr lang="en-US" sz="2000" dirty="0"/>
              <a:t>Example Usage</a:t>
            </a:r>
          </a:p>
          <a:p>
            <a:pPr marL="800100" lvl="1" indent="-342900">
              <a:buFont typeface="Arial" panose="020B0604020202020204" pitchFamily="34" charset="0"/>
              <a:buChar char="•"/>
            </a:pPr>
            <a:r>
              <a:rPr lang="en-US" sz="2000" dirty="0"/>
              <a:t>Call recommend('Badi Dheere Jali') to get the top 5 song recommendations.</a:t>
            </a:r>
            <a:endParaRPr lang="en-IN" sz="2000" dirty="0"/>
          </a:p>
        </p:txBody>
      </p:sp>
    </p:spTree>
    <p:extLst>
      <p:ext uri="{BB962C8B-B14F-4D97-AF65-F5344CB8AC3E}">
        <p14:creationId xmlns:p14="http://schemas.microsoft.com/office/powerpoint/2010/main" val="682585287"/>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
          <a:extLst>
            <a:ext uri="{FF2B5EF4-FFF2-40B4-BE49-F238E27FC236}">
              <a16:creationId xmlns:a16="http://schemas.microsoft.com/office/drawing/2014/main" id="{FCF5B7C1-C8CD-D9AA-1FFB-F9F5A1C3E37F}"/>
            </a:ext>
          </a:extLst>
        </p:cNvPr>
        <p:cNvGrpSpPr/>
        <p:nvPr/>
      </p:nvGrpSpPr>
      <p:grpSpPr>
        <a:xfrm>
          <a:off x="0" y="0"/>
          <a:ext cx="0" cy="0"/>
          <a:chOff x="0" y="0"/>
          <a:chExt cx="0" cy="0"/>
        </a:xfrm>
      </p:grpSpPr>
      <p:sp>
        <p:nvSpPr>
          <p:cNvPr id="1048591" name="object 3">
            <a:extLst>
              <a:ext uri="{FF2B5EF4-FFF2-40B4-BE49-F238E27FC236}">
                <a16:creationId xmlns:a16="http://schemas.microsoft.com/office/drawing/2014/main" id="{98A75C60-2EC8-4651-A611-741091E529EB}"/>
              </a:ext>
            </a:extLst>
          </p:cNvPr>
          <p:cNvSpPr txBox="1">
            <a:spLocks noGrp="1"/>
          </p:cNvSpPr>
          <p:nvPr>
            <p:ph type="title"/>
          </p:nvPr>
        </p:nvSpPr>
        <p:spPr>
          <a:xfrm>
            <a:off x="349486" y="278785"/>
            <a:ext cx="7519505" cy="443711"/>
          </a:xfrm>
          <a:prstGeom prst="rect">
            <a:avLst/>
          </a:prstGeom>
        </p:spPr>
        <p:txBody>
          <a:bodyPr vert="horz" wrap="square" lIns="0" tIns="12700" rIns="0" bIns="0" rtlCol="0">
            <a:spAutoFit/>
          </a:bodyPr>
          <a:lstStyle/>
          <a:p>
            <a:pPr algn="just">
              <a:lnSpc>
                <a:spcPct val="100000"/>
              </a:lnSpc>
            </a:pPr>
            <a:r>
              <a:rPr lang="en-US" sz="2800" spc="-1" dirty="0">
                <a:solidFill>
                  <a:srgbClr val="00A4B6"/>
                </a:solidFill>
                <a:latin typeface="Proxima Nova"/>
                <a:ea typeface="Proxima Nova"/>
              </a:rPr>
              <a:t>Flask Web Page</a:t>
            </a:r>
          </a:p>
        </p:txBody>
      </p:sp>
      <p:sp>
        <p:nvSpPr>
          <p:cNvPr id="5" name="TextBox 4">
            <a:extLst>
              <a:ext uri="{FF2B5EF4-FFF2-40B4-BE49-F238E27FC236}">
                <a16:creationId xmlns:a16="http://schemas.microsoft.com/office/drawing/2014/main" id="{C0840EB1-22DC-AEF6-2CEA-D7252D2416AD}"/>
              </a:ext>
            </a:extLst>
          </p:cNvPr>
          <p:cNvSpPr txBox="1"/>
          <p:nvPr/>
        </p:nvSpPr>
        <p:spPr>
          <a:xfrm>
            <a:off x="349486" y="1228397"/>
            <a:ext cx="11104577" cy="3390544"/>
          </a:xfrm>
          <a:prstGeom prst="rect">
            <a:avLst/>
          </a:prstGeom>
          <a:noFill/>
        </p:spPr>
        <p:txBody>
          <a:bodyPr wrap="square" rtlCol="0">
            <a:spAutoFit/>
          </a:bodyPr>
          <a:lstStyle/>
          <a:p>
            <a:pPr marL="342900" indent="-342900">
              <a:lnSpc>
                <a:spcPct val="107000"/>
              </a:lnSpc>
              <a:spcAft>
                <a:spcPts val="800"/>
              </a:spcAft>
              <a:buFont typeface="Arial" panose="020B0604020202020204" pitchFamily="34" charset="0"/>
              <a:buChar char="•"/>
            </a:pPr>
            <a:r>
              <a:rPr lang="en-IN" sz="2000" b="1" kern="100" dirty="0">
                <a:effectLst/>
                <a:latin typeface="Calibri" panose="020F0502020204030204" pitchFamily="34" charset="0"/>
                <a:ea typeface="Calibri" panose="020F0502020204030204" pitchFamily="34" charset="0"/>
                <a:cs typeface="Shruti" panose="020B0502040204020203" pitchFamily="34" charset="0"/>
              </a:rPr>
              <a:t>Frontend</a:t>
            </a:r>
            <a:r>
              <a:rPr lang="en-IN" sz="2000" kern="100" dirty="0">
                <a:effectLst/>
                <a:latin typeface="Calibri" panose="020F0502020204030204" pitchFamily="34" charset="0"/>
                <a:ea typeface="Calibri" panose="020F0502020204030204" pitchFamily="34" charset="0"/>
                <a:cs typeface="Shruti" panose="020B0502040204020203" pitchFamily="34" charset="0"/>
              </a:rPr>
              <a:t>: Built using </a:t>
            </a:r>
            <a:r>
              <a:rPr lang="en-IN" sz="2000" b="1" kern="100" dirty="0">
                <a:effectLst/>
                <a:latin typeface="Calibri" panose="020F0502020204030204" pitchFamily="34" charset="0"/>
                <a:ea typeface="Calibri" panose="020F0502020204030204" pitchFamily="34" charset="0"/>
                <a:cs typeface="Shruti" panose="020B0502040204020203" pitchFamily="34" charset="0"/>
              </a:rPr>
              <a:t>HTML, CSS, and Bootstrap</a:t>
            </a:r>
            <a:r>
              <a:rPr lang="en-IN" sz="2000" kern="100" dirty="0">
                <a:effectLst/>
                <a:latin typeface="Calibri" panose="020F0502020204030204" pitchFamily="34" charset="0"/>
                <a:ea typeface="Calibri" panose="020F0502020204030204" pitchFamily="34" charset="0"/>
                <a:cs typeface="Shruti" panose="020B0502040204020203" pitchFamily="34" charset="0"/>
              </a:rPr>
              <a:t> for an interactive UI. </a:t>
            </a:r>
          </a:p>
          <a:p>
            <a:pPr marL="342900" indent="-342900">
              <a:lnSpc>
                <a:spcPct val="107000"/>
              </a:lnSpc>
              <a:spcAft>
                <a:spcPts val="800"/>
              </a:spcAft>
              <a:buFont typeface="Arial" panose="020B0604020202020204" pitchFamily="34" charset="0"/>
              <a:buChar char="•"/>
            </a:pPr>
            <a:r>
              <a:rPr lang="en-IN" sz="2000" b="1" kern="100" dirty="0">
                <a:effectLst/>
                <a:latin typeface="Calibri" panose="020F0502020204030204" pitchFamily="34" charset="0"/>
                <a:ea typeface="Calibri" panose="020F0502020204030204" pitchFamily="34" charset="0"/>
                <a:cs typeface="Shruti" panose="020B0502040204020203" pitchFamily="34" charset="0"/>
              </a:rPr>
              <a:t>Backend</a:t>
            </a:r>
            <a:r>
              <a:rPr lang="en-IN" sz="2000" kern="100" dirty="0">
                <a:effectLst/>
                <a:latin typeface="Calibri" panose="020F0502020204030204" pitchFamily="34" charset="0"/>
                <a:ea typeface="Calibri" panose="020F0502020204030204" pitchFamily="34" charset="0"/>
                <a:cs typeface="Shruti" panose="020B0502040204020203" pitchFamily="34" charset="0"/>
              </a:rPr>
              <a:t>: Flask handles </a:t>
            </a:r>
            <a:r>
              <a:rPr lang="en-IN" sz="2000" b="1" kern="100" dirty="0">
                <a:effectLst/>
                <a:latin typeface="Calibri" panose="020F0502020204030204" pitchFamily="34" charset="0"/>
                <a:ea typeface="Calibri" panose="020F0502020204030204" pitchFamily="34" charset="0"/>
                <a:cs typeface="Shruti" panose="020B0502040204020203" pitchFamily="34" charset="0"/>
              </a:rPr>
              <a:t>user input, model predictions, and result display</a:t>
            </a:r>
            <a:r>
              <a:rPr lang="en-IN" sz="2000" kern="100" dirty="0">
                <a:effectLst/>
                <a:latin typeface="Calibri" panose="020F0502020204030204" pitchFamily="34" charset="0"/>
                <a:ea typeface="Calibri" panose="020F0502020204030204" pitchFamily="34" charset="0"/>
                <a:cs typeface="Shruti" panose="020B0502040204020203" pitchFamily="34" charset="0"/>
              </a:rPr>
              <a:t>. </a:t>
            </a:r>
          </a:p>
          <a:p>
            <a:pPr marL="342900" indent="-342900">
              <a:lnSpc>
                <a:spcPct val="107000"/>
              </a:lnSpc>
              <a:spcAft>
                <a:spcPts val="800"/>
              </a:spcAft>
              <a:buFont typeface="Arial" panose="020B0604020202020204" pitchFamily="34" charset="0"/>
              <a:buChar char="•"/>
            </a:pPr>
            <a:r>
              <a:rPr lang="en-IN" sz="2000" b="1" kern="100" dirty="0">
                <a:effectLst/>
                <a:latin typeface="Calibri" panose="020F0502020204030204" pitchFamily="34" charset="0"/>
                <a:ea typeface="Calibri" panose="020F0502020204030204" pitchFamily="34" charset="0"/>
                <a:cs typeface="Shruti" panose="020B0502040204020203" pitchFamily="34" charset="0"/>
              </a:rPr>
              <a:t>User Flow</a:t>
            </a:r>
            <a:r>
              <a:rPr lang="en-IN" sz="2000" kern="100" dirty="0">
                <a:effectLst/>
                <a:latin typeface="Calibri" panose="020F0502020204030204" pitchFamily="34" charset="0"/>
                <a:ea typeface="Calibri" panose="020F0502020204030204" pitchFamily="34" charset="0"/>
                <a:cs typeface="Shruti" panose="020B0502040204020203" pitchFamily="34" charset="0"/>
              </a:rPr>
              <a:t>: </a:t>
            </a:r>
          </a:p>
          <a:p>
            <a:pPr marL="800100" lvl="1" indent="-342900">
              <a:lnSpc>
                <a:spcPct val="107000"/>
              </a:lnSpc>
              <a:spcAft>
                <a:spcPts val="800"/>
              </a:spcAft>
              <a:buFont typeface="+mj-lt"/>
              <a:buAutoNum type="arabicPeriod"/>
              <a:tabLst>
                <a:tab pos="457200" algn="l"/>
              </a:tabLst>
            </a:pPr>
            <a:r>
              <a:rPr lang="en-IN" sz="2000" kern="100" dirty="0">
                <a:effectLst/>
                <a:latin typeface="Calibri" panose="020F0502020204030204" pitchFamily="34" charset="0"/>
                <a:ea typeface="Calibri" panose="020F0502020204030204" pitchFamily="34" charset="0"/>
                <a:cs typeface="Shruti" panose="020B0502040204020203" pitchFamily="34" charset="0"/>
              </a:rPr>
              <a:t>User enters a song name.</a:t>
            </a:r>
          </a:p>
          <a:p>
            <a:pPr marL="800100" lvl="1" indent="-342900">
              <a:lnSpc>
                <a:spcPct val="107000"/>
              </a:lnSpc>
              <a:spcAft>
                <a:spcPts val="800"/>
              </a:spcAft>
              <a:buFont typeface="+mj-lt"/>
              <a:buAutoNum type="arabicPeriod"/>
              <a:tabLst>
                <a:tab pos="457200" algn="l"/>
              </a:tabLst>
            </a:pPr>
            <a:r>
              <a:rPr lang="en-IN" sz="2000" kern="100" dirty="0">
                <a:effectLst/>
                <a:latin typeface="Calibri" panose="020F0502020204030204" pitchFamily="34" charset="0"/>
                <a:ea typeface="Calibri" panose="020F0502020204030204" pitchFamily="34" charset="0"/>
                <a:cs typeface="Shruti" panose="020B0502040204020203" pitchFamily="34" charset="0"/>
              </a:rPr>
              <a:t>Flask processes the request and fetches recommendations.</a:t>
            </a:r>
          </a:p>
          <a:p>
            <a:pPr marL="800100" lvl="1" indent="-342900">
              <a:lnSpc>
                <a:spcPct val="107000"/>
              </a:lnSpc>
              <a:spcAft>
                <a:spcPts val="800"/>
              </a:spcAft>
              <a:buFont typeface="+mj-lt"/>
              <a:buAutoNum type="arabicPeriod"/>
              <a:tabLst>
                <a:tab pos="457200" algn="l"/>
              </a:tabLst>
            </a:pPr>
            <a:r>
              <a:rPr lang="en-IN" sz="2000" kern="100" dirty="0">
                <a:effectLst/>
                <a:latin typeface="Calibri" panose="020F0502020204030204" pitchFamily="34" charset="0"/>
                <a:ea typeface="Calibri" panose="020F0502020204030204" pitchFamily="34" charset="0"/>
                <a:cs typeface="Shruti" panose="020B0502040204020203" pitchFamily="34" charset="0"/>
              </a:rPr>
              <a:t>Recommended songs are displayed dynamically on the webpage.</a:t>
            </a:r>
          </a:p>
          <a:p>
            <a:pPr>
              <a:lnSpc>
                <a:spcPct val="107000"/>
              </a:lnSpc>
              <a:spcAft>
                <a:spcPts val="800"/>
              </a:spcAft>
            </a:pPr>
            <a:r>
              <a:rPr lang="en-IN" sz="1800" kern="100" dirty="0">
                <a:effectLst/>
                <a:latin typeface="Calibri" panose="020F0502020204030204" pitchFamily="34" charset="0"/>
                <a:ea typeface="Calibri" panose="020F0502020204030204" pitchFamily="34" charset="0"/>
                <a:cs typeface="Shruti" panose="020B0502040204020203" pitchFamily="34" charset="0"/>
              </a:rPr>
              <a:t> </a:t>
            </a:r>
          </a:p>
          <a:p>
            <a:endParaRPr lang="en-IN" sz="2000" dirty="0"/>
          </a:p>
        </p:txBody>
      </p:sp>
      <p:sp>
        <p:nvSpPr>
          <p:cNvPr id="4" name="TextBox 3">
            <a:extLst>
              <a:ext uri="{FF2B5EF4-FFF2-40B4-BE49-F238E27FC236}">
                <a16:creationId xmlns:a16="http://schemas.microsoft.com/office/drawing/2014/main" id="{E9C11737-4C0F-3DED-0B74-1047316ECD1A}"/>
              </a:ext>
            </a:extLst>
          </p:cNvPr>
          <p:cNvSpPr txBox="1"/>
          <p:nvPr/>
        </p:nvSpPr>
        <p:spPr>
          <a:xfrm>
            <a:off x="517358" y="4487779"/>
            <a:ext cx="4066674" cy="461665"/>
          </a:xfrm>
          <a:prstGeom prst="rect">
            <a:avLst/>
          </a:prstGeom>
          <a:noFill/>
        </p:spPr>
        <p:txBody>
          <a:bodyPr wrap="square" rtlCol="0">
            <a:spAutoFit/>
          </a:bodyPr>
          <a:lstStyle/>
          <a:p>
            <a:r>
              <a:rPr lang="en-IN" sz="2400" b="1" dirty="0"/>
              <a:t>Application</a:t>
            </a:r>
          </a:p>
        </p:txBody>
      </p:sp>
      <p:sp>
        <p:nvSpPr>
          <p:cNvPr id="6" name="TextBox 5">
            <a:extLst>
              <a:ext uri="{FF2B5EF4-FFF2-40B4-BE49-F238E27FC236}">
                <a16:creationId xmlns:a16="http://schemas.microsoft.com/office/drawing/2014/main" id="{6C28DACD-1FDB-8981-9AF1-35C724BA89C5}"/>
              </a:ext>
            </a:extLst>
          </p:cNvPr>
          <p:cNvSpPr txBox="1"/>
          <p:nvPr/>
        </p:nvSpPr>
        <p:spPr>
          <a:xfrm>
            <a:off x="649705" y="4967883"/>
            <a:ext cx="9047748" cy="1323439"/>
          </a:xfrm>
          <a:prstGeom prst="rect">
            <a:avLst/>
          </a:prstGeom>
          <a:noFill/>
        </p:spPr>
        <p:txBody>
          <a:bodyPr wrap="square" rtlCol="0">
            <a:spAutoFit/>
          </a:bodyPr>
          <a:lstStyle/>
          <a:p>
            <a:r>
              <a:rPr lang="en-US" sz="2000" dirty="0"/>
              <a:t>Personalized Music Recommendations use machine learning to find Bollywood songs similar to your favorite tracks. It analyzes features like tempo, melody, and mood to suggest songs that match your taste. Whether you love soulful tunes or upbeat beats, it helps you discover new music easily.</a:t>
            </a:r>
            <a:endParaRPr lang="en-IN" sz="2000" dirty="0"/>
          </a:p>
        </p:txBody>
      </p:sp>
    </p:spTree>
    <p:extLst>
      <p:ext uri="{BB962C8B-B14F-4D97-AF65-F5344CB8AC3E}">
        <p14:creationId xmlns:p14="http://schemas.microsoft.com/office/powerpoint/2010/main" val="2834405194"/>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
          <a:extLst>
            <a:ext uri="{FF2B5EF4-FFF2-40B4-BE49-F238E27FC236}">
              <a16:creationId xmlns:a16="http://schemas.microsoft.com/office/drawing/2014/main" id="{B07FD920-F294-EF5E-2A71-412E2C3A1D28}"/>
            </a:ext>
          </a:extLst>
        </p:cNvPr>
        <p:cNvGrpSpPr/>
        <p:nvPr/>
      </p:nvGrpSpPr>
      <p:grpSpPr>
        <a:xfrm>
          <a:off x="0" y="0"/>
          <a:ext cx="0" cy="0"/>
          <a:chOff x="0" y="0"/>
          <a:chExt cx="0" cy="0"/>
        </a:xfrm>
      </p:grpSpPr>
      <p:sp>
        <p:nvSpPr>
          <p:cNvPr id="1048591" name="object 3">
            <a:extLst>
              <a:ext uri="{FF2B5EF4-FFF2-40B4-BE49-F238E27FC236}">
                <a16:creationId xmlns:a16="http://schemas.microsoft.com/office/drawing/2014/main" id="{1F378BD5-8561-AFB0-82BA-5ABE46F89CE0}"/>
              </a:ext>
            </a:extLst>
          </p:cNvPr>
          <p:cNvSpPr txBox="1">
            <a:spLocks noGrp="1"/>
          </p:cNvSpPr>
          <p:nvPr>
            <p:ph type="title"/>
          </p:nvPr>
        </p:nvSpPr>
        <p:spPr>
          <a:xfrm>
            <a:off x="349486" y="278785"/>
            <a:ext cx="7519505" cy="443711"/>
          </a:xfrm>
          <a:prstGeom prst="rect">
            <a:avLst/>
          </a:prstGeom>
        </p:spPr>
        <p:txBody>
          <a:bodyPr vert="horz" wrap="square" lIns="0" tIns="12700" rIns="0" bIns="0" rtlCol="0">
            <a:spAutoFit/>
          </a:bodyPr>
          <a:lstStyle/>
          <a:p>
            <a:pPr algn="just">
              <a:lnSpc>
                <a:spcPct val="100000"/>
              </a:lnSpc>
            </a:pPr>
            <a:r>
              <a:rPr lang="en-US" sz="2800" spc="-1" dirty="0">
                <a:solidFill>
                  <a:srgbClr val="00A4B6"/>
                </a:solidFill>
                <a:latin typeface="Proxima Nova"/>
                <a:ea typeface="Proxima Nova"/>
              </a:rPr>
              <a:t>Web Page</a:t>
            </a:r>
          </a:p>
        </p:txBody>
      </p:sp>
      <p:pic>
        <p:nvPicPr>
          <p:cNvPr id="3" name="Picture 2">
            <a:extLst>
              <a:ext uri="{FF2B5EF4-FFF2-40B4-BE49-F238E27FC236}">
                <a16:creationId xmlns:a16="http://schemas.microsoft.com/office/drawing/2014/main" id="{895EB26B-1808-F689-6E42-5EBE8A3A7F7D}"/>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6096000" y="1785637"/>
            <a:ext cx="5433798" cy="2858551"/>
          </a:xfrm>
          <a:prstGeom prst="rect">
            <a:avLst/>
          </a:prstGeom>
        </p:spPr>
      </p:pic>
      <p:pic>
        <p:nvPicPr>
          <p:cNvPr id="8" name="Picture 7">
            <a:extLst>
              <a:ext uri="{FF2B5EF4-FFF2-40B4-BE49-F238E27FC236}">
                <a16:creationId xmlns:a16="http://schemas.microsoft.com/office/drawing/2014/main" id="{8BCDEDB6-3DE6-08B0-96E7-E93650FE52BC}"/>
              </a:ext>
            </a:extLst>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349486" y="1761575"/>
            <a:ext cx="5433797" cy="2858551"/>
          </a:xfrm>
          <a:prstGeom prst="rect">
            <a:avLst/>
          </a:prstGeom>
        </p:spPr>
      </p:pic>
    </p:spTree>
    <p:extLst>
      <p:ext uri="{BB962C8B-B14F-4D97-AF65-F5344CB8AC3E}">
        <p14:creationId xmlns:p14="http://schemas.microsoft.com/office/powerpoint/2010/main" val="2718315475"/>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theme>
</file>

<file path=ppt/webextensions/_rels/taskpanes.xml.rels><?xml version="1.0" encoding="UTF-8" standalone="yes"?>
<Relationships xmlns="http://schemas.openxmlformats.org/package/2006/relationships"><Relationship Id="rId1" Type="http://schemas.microsoft.com/office/2011/relationships/webextension" Target="webextension1.xml"/></Relationships>
</file>

<file path=ppt/webextensions/taskpanes.xml><?xml version="1.0" encoding="utf-8"?>
<wetp:taskpanes xmlns:wetp="http://schemas.microsoft.com/office/webextensions/taskpanes/2010/11">
  <wetp:taskpane dockstate="right" visibility="0" width="525" row="0">
    <wetp:webextensionref xmlns:r="http://schemas.openxmlformats.org/officeDocument/2006/relationships" r:id="rId1"/>
  </wetp:taskpane>
</wetp:taskpanes>
</file>

<file path=ppt/webextensions/webextension1.xml><?xml version="1.0" encoding="utf-8"?>
<we:webextension xmlns:we="http://schemas.microsoft.com/office/webextensions/webextension/2010/11" id="{A078F21C-C6EC-4D24-9009-D7C7E90403D5}">
  <we:reference id="wa200007130" version="1.0.0.1" store="en-US" storeType="OMEX"/>
  <we:alternateReferences>
    <we:reference id="wa200007130" version="1.0.0.1" store="wa200007130" storeType="OMEX"/>
  </we:alternateReferences>
  <we:properties/>
  <we:bindings/>
  <we:snapshot xmlns:r="http://schemas.openxmlformats.org/officeDocument/2006/relationships"/>
</we:webextension>
</file>

<file path=docProps/app.xml><?xml version="1.0" encoding="utf-8"?>
<Properties xmlns="http://schemas.openxmlformats.org/officeDocument/2006/extended-properties" xmlns:vt="http://schemas.openxmlformats.org/officeDocument/2006/docPropsVTypes">
  <TotalTime>350</TotalTime>
  <Words>532</Words>
  <Application>Microsoft Office PowerPoint</Application>
  <PresentationFormat>Widescreen</PresentationFormat>
  <Paragraphs>48</Paragraphs>
  <Slides>6</Slides>
  <Notes>5</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6</vt:i4>
      </vt:variant>
    </vt:vector>
  </HeadingPairs>
  <TitlesOfParts>
    <vt:vector size="11" baseType="lpstr">
      <vt:lpstr>Arial</vt:lpstr>
      <vt:lpstr>Calibri</vt:lpstr>
      <vt:lpstr>Calibri Light</vt:lpstr>
      <vt:lpstr>Proxima Nova</vt:lpstr>
      <vt:lpstr>Office Theme</vt:lpstr>
      <vt:lpstr>PowerPoint Presentation</vt:lpstr>
      <vt:lpstr>Project Description </vt:lpstr>
      <vt:lpstr>Work-Flow </vt:lpstr>
      <vt:lpstr>Project Description </vt:lpstr>
      <vt:lpstr>Flask Web Page</vt:lpstr>
      <vt:lpstr>Web Page</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admin</dc:creator>
  <cp:lastModifiedBy>Kuldeep Tapodhan</cp:lastModifiedBy>
  <cp:revision>51</cp:revision>
  <dcterms:created xsi:type="dcterms:W3CDTF">2023-12-04T20:58:57Z</dcterms:created>
  <dcterms:modified xsi:type="dcterms:W3CDTF">2025-03-12T04:35:17Z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7209036af3cb4635998f0d89a8cb172d</vt:lpwstr>
  </property>
</Properties>
</file>